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sldIdLst>
    <p:sldId id="383" r:id="rId5"/>
    <p:sldId id="407" r:id="rId6"/>
    <p:sldId id="418" r:id="rId7"/>
    <p:sldId id="419" r:id="rId8"/>
    <p:sldId id="420" r:id="rId9"/>
    <p:sldId id="277" r:id="rId10"/>
    <p:sldId id="386" r:id="rId11"/>
    <p:sldId id="416" r:id="rId12"/>
    <p:sldId id="385" r:id="rId13"/>
    <p:sldId id="389" r:id="rId14"/>
    <p:sldId id="256" r:id="rId15"/>
    <p:sldId id="273" r:id="rId16"/>
    <p:sldId id="276" r:id="rId17"/>
    <p:sldId id="257" r:id="rId18"/>
    <p:sldId id="258" r:id="rId19"/>
    <p:sldId id="260" r:id="rId20"/>
    <p:sldId id="261" r:id="rId21"/>
    <p:sldId id="262" r:id="rId22"/>
    <p:sldId id="263" r:id="rId23"/>
    <p:sldId id="264" r:id="rId24"/>
    <p:sldId id="265" r:id="rId25"/>
    <p:sldId id="267" r:id="rId26"/>
    <p:sldId id="266" r:id="rId27"/>
    <p:sldId id="271" r:id="rId28"/>
    <p:sldId id="268" r:id="rId29"/>
    <p:sldId id="26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A7B1E-DA48-43CC-A5E9-31F55795E625}" v="103" dt="2019-10-11T09:31:25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1440"/>
  </p:normalViewPr>
  <p:slideViewPr>
    <p:cSldViewPr snapToGrid="0">
      <p:cViewPr varScale="1">
        <p:scale>
          <a:sx n="93" d="100"/>
          <a:sy n="93" d="100"/>
        </p:scale>
        <p:origin x="1224" y="2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HAN GHAFURI" userId="f61f1482-9cfa-424d-9b94-ebc6f5cf8786" providerId="ADAL" clId="{259A7B1E-DA48-43CC-A5E9-31F55795E625}"/>
    <pc:docChg chg="undo custSel mod addSld delSld modSld sldOrd">
      <pc:chgData name="JEHAN GHAFURI" userId="f61f1482-9cfa-424d-9b94-ebc6f5cf8786" providerId="ADAL" clId="{259A7B1E-DA48-43CC-A5E9-31F55795E625}" dt="2019-10-11T09:31:25.391" v="758" actId="20577"/>
      <pc:docMkLst>
        <pc:docMk/>
      </pc:docMkLst>
      <pc:sldChg chg="addSp delSp modSp">
        <pc:chgData name="JEHAN GHAFURI" userId="f61f1482-9cfa-424d-9b94-ebc6f5cf8786" providerId="ADAL" clId="{259A7B1E-DA48-43CC-A5E9-31F55795E625}" dt="2019-10-11T09:31:25.391" v="758" actId="20577"/>
        <pc:sldMkLst>
          <pc:docMk/>
          <pc:sldMk cId="1753954634" sldId="256"/>
        </pc:sldMkLst>
        <pc:spChg chg="mod">
          <ac:chgData name="JEHAN GHAFURI" userId="f61f1482-9cfa-424d-9b94-ebc6f5cf8786" providerId="ADAL" clId="{259A7B1E-DA48-43CC-A5E9-31F55795E625}" dt="2019-10-11T09:31:25.391" v="758" actId="20577"/>
          <ac:spMkLst>
            <pc:docMk/>
            <pc:sldMk cId="1753954634" sldId="256"/>
            <ac:spMk id="2" creationId="{0D2BBE21-F8C7-4ED4-886D-0F1378D66AF1}"/>
          </ac:spMkLst>
        </pc:spChg>
        <pc:spChg chg="del mod">
          <ac:chgData name="JEHAN GHAFURI" userId="f61f1482-9cfa-424d-9b94-ebc6f5cf8786" providerId="ADAL" clId="{259A7B1E-DA48-43CC-A5E9-31F55795E625}" dt="2019-10-11T09:10:20.407" v="715" actId="478"/>
          <ac:spMkLst>
            <pc:docMk/>
            <pc:sldMk cId="1753954634" sldId="256"/>
            <ac:spMk id="3" creationId="{A16B0C78-1FDE-4640-BE2E-60DBA8B5D2BA}"/>
          </ac:spMkLst>
        </pc:spChg>
        <pc:spChg chg="add mod">
          <ac:chgData name="JEHAN GHAFURI" userId="f61f1482-9cfa-424d-9b94-ebc6f5cf8786" providerId="ADAL" clId="{259A7B1E-DA48-43CC-A5E9-31F55795E625}" dt="2019-10-11T09:12:50.184" v="742" actId="1076"/>
          <ac:spMkLst>
            <pc:docMk/>
            <pc:sldMk cId="1753954634" sldId="256"/>
            <ac:spMk id="4" creationId="{ADB590B8-832A-415E-94DA-3E432B4CC42B}"/>
          </ac:spMkLst>
        </pc:spChg>
      </pc:sldChg>
      <pc:sldChg chg="delSp modSp">
        <pc:chgData name="JEHAN GHAFURI" userId="f61f1482-9cfa-424d-9b94-ebc6f5cf8786" providerId="ADAL" clId="{259A7B1E-DA48-43CC-A5E9-31F55795E625}" dt="2019-10-11T08:58:46.806" v="492" actId="404"/>
        <pc:sldMkLst>
          <pc:docMk/>
          <pc:sldMk cId="3113458470" sldId="257"/>
        </pc:sldMkLst>
        <pc:spChg chg="del">
          <ac:chgData name="JEHAN GHAFURI" userId="f61f1482-9cfa-424d-9b94-ebc6f5cf8786" providerId="ADAL" clId="{259A7B1E-DA48-43CC-A5E9-31F55795E625}" dt="2019-10-11T08:58:07.465" v="478" actId="478"/>
          <ac:spMkLst>
            <pc:docMk/>
            <pc:sldMk cId="3113458470" sldId="257"/>
            <ac:spMk id="2" creationId="{14B98364-FADD-4A2B-A698-62F4D9F2DF42}"/>
          </ac:spMkLst>
        </pc:spChg>
        <pc:spChg chg="mod">
          <ac:chgData name="JEHAN GHAFURI" userId="f61f1482-9cfa-424d-9b94-ebc6f5cf8786" providerId="ADAL" clId="{259A7B1E-DA48-43CC-A5E9-31F55795E625}" dt="2019-10-11T08:58:46.806" v="492" actId="404"/>
          <ac:spMkLst>
            <pc:docMk/>
            <pc:sldMk cId="3113458470" sldId="257"/>
            <ac:spMk id="3" creationId="{AA95A9A5-CA13-43B6-B4AE-0A4A85C53972}"/>
          </ac:spMkLst>
        </pc:spChg>
      </pc:sldChg>
      <pc:sldChg chg="addSp delSp modSp add mod setBg">
        <pc:chgData name="JEHAN GHAFURI" userId="f61f1482-9cfa-424d-9b94-ebc6f5cf8786" providerId="ADAL" clId="{259A7B1E-DA48-43CC-A5E9-31F55795E625}" dt="2019-10-11T09:02:52.827" v="511" actId="14100"/>
        <pc:sldMkLst>
          <pc:docMk/>
          <pc:sldMk cId="3139786414" sldId="258"/>
        </pc:sldMkLst>
        <pc:spChg chg="del">
          <ac:chgData name="JEHAN GHAFURI" userId="f61f1482-9cfa-424d-9b94-ebc6f5cf8786" providerId="ADAL" clId="{259A7B1E-DA48-43CC-A5E9-31F55795E625}" dt="2019-10-10T18:29:39.148" v="2" actId="478"/>
          <ac:spMkLst>
            <pc:docMk/>
            <pc:sldMk cId="3139786414" sldId="258"/>
            <ac:spMk id="2" creationId="{F6E2FE93-88F0-4F4A-ACCF-392D36233BE9}"/>
          </ac:spMkLst>
        </pc:spChg>
        <pc:spChg chg="del">
          <ac:chgData name="JEHAN GHAFURI" userId="f61f1482-9cfa-424d-9b94-ebc6f5cf8786" providerId="ADAL" clId="{259A7B1E-DA48-43CC-A5E9-31F55795E625}" dt="2019-10-10T18:29:42.362" v="3" actId="478"/>
          <ac:spMkLst>
            <pc:docMk/>
            <pc:sldMk cId="3139786414" sldId="258"/>
            <ac:spMk id="3" creationId="{AC4D8F31-0C1B-4EC5-990C-3914493F7414}"/>
          </ac:spMkLst>
        </pc:spChg>
        <pc:spChg chg="add mod">
          <ac:chgData name="JEHAN GHAFURI" userId="f61f1482-9cfa-424d-9b94-ebc6f5cf8786" providerId="ADAL" clId="{259A7B1E-DA48-43CC-A5E9-31F55795E625}" dt="2019-10-11T09:02:38.199" v="508" actId="20577"/>
          <ac:spMkLst>
            <pc:docMk/>
            <pc:sldMk cId="3139786414" sldId="258"/>
            <ac:spMk id="7" creationId="{5C4CED02-2240-489B-83B0-22A1D2249009}"/>
          </ac:spMkLst>
        </pc:spChg>
        <pc:spChg chg="add del">
          <ac:chgData name="JEHAN GHAFURI" userId="f61f1482-9cfa-424d-9b94-ebc6f5cf8786" providerId="ADAL" clId="{259A7B1E-DA48-43CC-A5E9-31F55795E625}" dt="2019-10-10T18:32:42.265" v="10" actId="26606"/>
          <ac:spMkLst>
            <pc:docMk/>
            <pc:sldMk cId="3139786414" sldId="258"/>
            <ac:spMk id="11" creationId="{A9F529C3-C941-49FD-8C67-82F134F64BDB}"/>
          </ac:spMkLst>
        </pc:spChg>
        <pc:spChg chg="add del">
          <ac:chgData name="JEHAN GHAFURI" userId="f61f1482-9cfa-424d-9b94-ebc6f5cf8786" providerId="ADAL" clId="{259A7B1E-DA48-43CC-A5E9-31F55795E625}" dt="2019-10-10T18:32:42.265" v="10" actId="26606"/>
          <ac:spMkLst>
            <pc:docMk/>
            <pc:sldMk cId="3139786414" sldId="258"/>
            <ac:spMk id="13" creationId="{20586029-32A0-47E5-9AEC-AE3ABA6B94D0}"/>
          </ac:spMkLst>
        </pc:spChg>
        <pc:picChg chg="add mod ord">
          <ac:chgData name="JEHAN GHAFURI" userId="f61f1482-9cfa-424d-9b94-ebc6f5cf8786" providerId="ADAL" clId="{259A7B1E-DA48-43CC-A5E9-31F55795E625}" dt="2019-10-11T09:02:52.827" v="511" actId="14100"/>
          <ac:picMkLst>
            <pc:docMk/>
            <pc:sldMk cId="3139786414" sldId="258"/>
            <ac:picMk id="4" creationId="{0B8CC56A-47FF-485D-818E-D960591FCF41}"/>
          </ac:picMkLst>
        </pc:picChg>
        <pc:picChg chg="add del">
          <ac:chgData name="JEHAN GHAFURI" userId="f61f1482-9cfa-424d-9b94-ebc6f5cf8786" providerId="ADAL" clId="{259A7B1E-DA48-43CC-A5E9-31F55795E625}" dt="2019-10-10T18:32:05.690" v="6" actId="478"/>
          <ac:picMkLst>
            <pc:docMk/>
            <pc:sldMk cId="3139786414" sldId="258"/>
            <ac:picMk id="5" creationId="{63B9F5A9-BB91-4545-B2AE-7552D831A680}"/>
          </ac:picMkLst>
        </pc:picChg>
        <pc:picChg chg="add del mod">
          <ac:chgData name="JEHAN GHAFURI" userId="f61f1482-9cfa-424d-9b94-ebc6f5cf8786" providerId="ADAL" clId="{259A7B1E-DA48-43CC-A5E9-31F55795E625}" dt="2019-10-10T19:59:18.285" v="76" actId="478"/>
          <ac:picMkLst>
            <pc:docMk/>
            <pc:sldMk cId="3139786414" sldId="258"/>
            <ac:picMk id="6" creationId="{36B10553-BC5B-4509-85E7-228018A581E6}"/>
          </ac:picMkLst>
        </pc:picChg>
        <pc:cxnChg chg="add del">
          <ac:chgData name="JEHAN GHAFURI" userId="f61f1482-9cfa-424d-9b94-ebc6f5cf8786" providerId="ADAL" clId="{259A7B1E-DA48-43CC-A5E9-31F55795E625}" dt="2019-10-10T18:32:42.265" v="10" actId="26606"/>
          <ac:cxnSpMkLst>
            <pc:docMk/>
            <pc:sldMk cId="3139786414" sldId="258"/>
            <ac:cxnSpMk id="15" creationId="{8C730EAB-A532-4295-A302-FB4B90DB9F5E}"/>
          </ac:cxnSpMkLst>
        </pc:cxnChg>
      </pc:sldChg>
      <pc:sldChg chg="add del">
        <pc:chgData name="JEHAN GHAFURI" userId="f61f1482-9cfa-424d-9b94-ebc6f5cf8786" providerId="ADAL" clId="{259A7B1E-DA48-43CC-A5E9-31F55795E625}" dt="2019-10-10T18:45:12.977" v="50" actId="2696"/>
        <pc:sldMkLst>
          <pc:docMk/>
          <pc:sldMk cId="699570085" sldId="259"/>
        </pc:sldMkLst>
      </pc:sldChg>
      <pc:sldChg chg="addSp delSp modSp add mod setBg">
        <pc:chgData name="JEHAN GHAFURI" userId="f61f1482-9cfa-424d-9b94-ebc6f5cf8786" providerId="ADAL" clId="{259A7B1E-DA48-43CC-A5E9-31F55795E625}" dt="2019-10-11T09:03:37.199" v="519" actId="14100"/>
        <pc:sldMkLst>
          <pc:docMk/>
          <pc:sldMk cId="2911074627" sldId="260"/>
        </pc:sldMkLst>
        <pc:spChg chg="add mod">
          <ac:chgData name="JEHAN GHAFURI" userId="f61f1482-9cfa-424d-9b94-ebc6f5cf8786" providerId="ADAL" clId="{259A7B1E-DA48-43CC-A5E9-31F55795E625}" dt="2019-10-11T09:03:01.732" v="512" actId="1076"/>
          <ac:spMkLst>
            <pc:docMk/>
            <pc:sldMk cId="2911074627" sldId="260"/>
            <ac:spMk id="4" creationId="{A8F247A5-2E16-4DF2-873A-3B58D2C11298}"/>
          </ac:spMkLst>
        </pc:spChg>
        <pc:picChg chg="add mod">
          <ac:chgData name="JEHAN GHAFURI" userId="f61f1482-9cfa-424d-9b94-ebc6f5cf8786" providerId="ADAL" clId="{259A7B1E-DA48-43CC-A5E9-31F55795E625}" dt="2019-10-11T09:03:37.199" v="519" actId="14100"/>
          <ac:picMkLst>
            <pc:docMk/>
            <pc:sldMk cId="2911074627" sldId="260"/>
            <ac:picMk id="2" creationId="{B97CB172-9EC3-4719-A78A-583CD688ED2D}"/>
          </ac:picMkLst>
        </pc:picChg>
        <pc:picChg chg="add del mod">
          <ac:chgData name="JEHAN GHAFURI" userId="f61f1482-9cfa-424d-9b94-ebc6f5cf8786" providerId="ADAL" clId="{259A7B1E-DA48-43CC-A5E9-31F55795E625}" dt="2019-10-10T19:59:21.996" v="77" actId="478"/>
          <ac:picMkLst>
            <pc:docMk/>
            <pc:sldMk cId="2911074627" sldId="260"/>
            <ac:picMk id="3" creationId="{C2CBD2B7-E487-433F-BFEF-A6ECE129DE27}"/>
          </ac:picMkLst>
        </pc:picChg>
      </pc:sldChg>
      <pc:sldChg chg="addSp delSp modSp add mod setBg">
        <pc:chgData name="JEHAN GHAFURI" userId="f61f1482-9cfa-424d-9b94-ebc6f5cf8786" providerId="ADAL" clId="{259A7B1E-DA48-43CC-A5E9-31F55795E625}" dt="2019-10-11T09:04:31.187" v="525" actId="14100"/>
        <pc:sldMkLst>
          <pc:docMk/>
          <pc:sldMk cId="323593070" sldId="261"/>
        </pc:sldMkLst>
        <pc:spChg chg="add mod">
          <ac:chgData name="JEHAN GHAFURI" userId="f61f1482-9cfa-424d-9b94-ebc6f5cf8786" providerId="ADAL" clId="{259A7B1E-DA48-43CC-A5E9-31F55795E625}" dt="2019-10-11T09:03:44.927" v="520" actId="1076"/>
          <ac:spMkLst>
            <pc:docMk/>
            <pc:sldMk cId="323593070" sldId="261"/>
            <ac:spMk id="5" creationId="{EE60B7AE-4F4D-4C97-B71D-708D5A32688E}"/>
          </ac:spMkLst>
        </pc:spChg>
        <pc:picChg chg="add mod">
          <ac:chgData name="JEHAN GHAFURI" userId="f61f1482-9cfa-424d-9b94-ebc6f5cf8786" providerId="ADAL" clId="{259A7B1E-DA48-43CC-A5E9-31F55795E625}" dt="2019-10-11T09:04:31.187" v="525" actId="14100"/>
          <ac:picMkLst>
            <pc:docMk/>
            <pc:sldMk cId="323593070" sldId="261"/>
            <ac:picMk id="2" creationId="{425DAD9A-3393-4401-B3C1-6931ECEE49CB}"/>
          </ac:picMkLst>
        </pc:picChg>
        <pc:picChg chg="add del">
          <ac:chgData name="JEHAN GHAFURI" userId="f61f1482-9cfa-424d-9b94-ebc6f5cf8786" providerId="ADAL" clId="{259A7B1E-DA48-43CC-A5E9-31F55795E625}" dt="2019-10-10T18:36:27.019" v="22" actId="478"/>
          <ac:picMkLst>
            <pc:docMk/>
            <pc:sldMk cId="323593070" sldId="261"/>
            <ac:picMk id="3" creationId="{FAEBFC78-F201-4929-8A8D-11D8CA781DD0}"/>
          </ac:picMkLst>
        </pc:picChg>
        <pc:picChg chg="add del mod">
          <ac:chgData name="JEHAN GHAFURI" userId="f61f1482-9cfa-424d-9b94-ebc6f5cf8786" providerId="ADAL" clId="{259A7B1E-DA48-43CC-A5E9-31F55795E625}" dt="2019-10-10T19:59:27.036" v="78" actId="478"/>
          <ac:picMkLst>
            <pc:docMk/>
            <pc:sldMk cId="323593070" sldId="261"/>
            <ac:picMk id="4" creationId="{8094FEBE-CDE7-480B-B9E0-69C2970CF253}"/>
          </ac:picMkLst>
        </pc:picChg>
      </pc:sldChg>
      <pc:sldChg chg="addSp delSp modSp add">
        <pc:chgData name="JEHAN GHAFURI" userId="f61f1482-9cfa-424d-9b94-ebc6f5cf8786" providerId="ADAL" clId="{259A7B1E-DA48-43CC-A5E9-31F55795E625}" dt="2019-10-11T09:05:05.232" v="533" actId="14100"/>
        <pc:sldMkLst>
          <pc:docMk/>
          <pc:sldMk cId="2431644989" sldId="262"/>
        </pc:sldMkLst>
        <pc:spChg chg="add mod">
          <ac:chgData name="JEHAN GHAFURI" userId="f61f1482-9cfa-424d-9b94-ebc6f5cf8786" providerId="ADAL" clId="{259A7B1E-DA48-43CC-A5E9-31F55795E625}" dt="2019-10-11T09:05:05.232" v="533" actId="14100"/>
          <ac:spMkLst>
            <pc:docMk/>
            <pc:sldMk cId="2431644989" sldId="262"/>
            <ac:spMk id="2" creationId="{386B6C7E-5CFA-49A6-9973-29F5D4AC2845}"/>
          </ac:spMkLst>
        </pc:spChg>
        <pc:picChg chg="add mod">
          <ac:chgData name="JEHAN GHAFURI" userId="f61f1482-9cfa-424d-9b94-ebc6f5cf8786" providerId="ADAL" clId="{259A7B1E-DA48-43CC-A5E9-31F55795E625}" dt="2019-10-11T09:04:57.451" v="531" actId="14100"/>
          <ac:picMkLst>
            <pc:docMk/>
            <pc:sldMk cId="2431644989" sldId="262"/>
            <ac:picMk id="3" creationId="{D8FDA714-380A-4869-B6CA-91A5D84B3CE0}"/>
          </ac:picMkLst>
        </pc:picChg>
        <pc:picChg chg="add del mod">
          <ac:chgData name="JEHAN GHAFURI" userId="f61f1482-9cfa-424d-9b94-ebc6f5cf8786" providerId="ADAL" clId="{259A7B1E-DA48-43CC-A5E9-31F55795E625}" dt="2019-10-10T19:59:30.141" v="79" actId="478"/>
          <ac:picMkLst>
            <pc:docMk/>
            <pc:sldMk cId="2431644989" sldId="262"/>
            <ac:picMk id="4" creationId="{0F94A257-0782-4984-AB91-A416A58A6BBA}"/>
          </ac:picMkLst>
        </pc:picChg>
      </pc:sldChg>
      <pc:sldChg chg="addSp delSp modSp add">
        <pc:chgData name="JEHAN GHAFURI" userId="f61f1482-9cfa-424d-9b94-ebc6f5cf8786" providerId="ADAL" clId="{259A7B1E-DA48-43CC-A5E9-31F55795E625}" dt="2019-10-11T09:05:45.063" v="570" actId="20577"/>
        <pc:sldMkLst>
          <pc:docMk/>
          <pc:sldMk cId="2230606548" sldId="263"/>
        </pc:sldMkLst>
        <pc:spChg chg="add mod">
          <ac:chgData name="JEHAN GHAFURI" userId="f61f1482-9cfa-424d-9b94-ebc6f5cf8786" providerId="ADAL" clId="{259A7B1E-DA48-43CC-A5E9-31F55795E625}" dt="2019-10-11T09:05:45.063" v="570" actId="20577"/>
          <ac:spMkLst>
            <pc:docMk/>
            <pc:sldMk cId="2230606548" sldId="263"/>
            <ac:spMk id="2" creationId="{03B10304-BF27-4683-A7BD-5D21E024984A}"/>
          </ac:spMkLst>
        </pc:spChg>
        <pc:picChg chg="add del mod">
          <ac:chgData name="JEHAN GHAFURI" userId="f61f1482-9cfa-424d-9b94-ebc6f5cf8786" providerId="ADAL" clId="{259A7B1E-DA48-43CC-A5E9-31F55795E625}" dt="2019-10-11T08:22:06.716" v="88" actId="478"/>
          <ac:picMkLst>
            <pc:docMk/>
            <pc:sldMk cId="2230606548" sldId="263"/>
            <ac:picMk id="3" creationId="{95B1CE27-E917-42AF-8570-5544D5E34107}"/>
          </ac:picMkLst>
        </pc:picChg>
        <pc:picChg chg="add mod">
          <ac:chgData name="JEHAN GHAFURI" userId="f61f1482-9cfa-424d-9b94-ebc6f5cf8786" providerId="ADAL" clId="{259A7B1E-DA48-43CC-A5E9-31F55795E625}" dt="2019-10-11T09:05:28.372" v="539" actId="14100"/>
          <ac:picMkLst>
            <pc:docMk/>
            <pc:sldMk cId="2230606548" sldId="263"/>
            <ac:picMk id="4" creationId="{B82E44A7-A71F-49E4-B9D7-D29369BE9E3D}"/>
          </ac:picMkLst>
        </pc:picChg>
      </pc:sldChg>
      <pc:sldChg chg="addSp delSp modSp add">
        <pc:chgData name="JEHAN GHAFURI" userId="f61f1482-9cfa-424d-9b94-ebc6f5cf8786" providerId="ADAL" clId="{259A7B1E-DA48-43CC-A5E9-31F55795E625}" dt="2019-10-11T09:06:27.619" v="603" actId="14100"/>
        <pc:sldMkLst>
          <pc:docMk/>
          <pc:sldMk cId="1854171033" sldId="264"/>
        </pc:sldMkLst>
        <pc:spChg chg="add mod">
          <ac:chgData name="JEHAN GHAFURI" userId="f61f1482-9cfa-424d-9b94-ebc6f5cf8786" providerId="ADAL" clId="{259A7B1E-DA48-43CC-A5E9-31F55795E625}" dt="2019-10-11T09:06:14.510" v="599" actId="20577"/>
          <ac:spMkLst>
            <pc:docMk/>
            <pc:sldMk cId="1854171033" sldId="264"/>
            <ac:spMk id="2" creationId="{37B67BF3-711B-47BB-BE2A-B62F44EC71E2}"/>
          </ac:spMkLst>
        </pc:spChg>
        <pc:picChg chg="add del mod">
          <ac:chgData name="JEHAN GHAFURI" userId="f61f1482-9cfa-424d-9b94-ebc6f5cf8786" providerId="ADAL" clId="{259A7B1E-DA48-43CC-A5E9-31F55795E625}" dt="2019-10-11T08:22:12.499" v="91" actId="478"/>
          <ac:picMkLst>
            <pc:docMk/>
            <pc:sldMk cId="1854171033" sldId="264"/>
            <ac:picMk id="3" creationId="{B06D12F0-E000-48FC-88FC-2B12E71A699E}"/>
          </ac:picMkLst>
        </pc:picChg>
        <pc:picChg chg="add mod">
          <ac:chgData name="JEHAN GHAFURI" userId="f61f1482-9cfa-424d-9b94-ebc6f5cf8786" providerId="ADAL" clId="{259A7B1E-DA48-43CC-A5E9-31F55795E625}" dt="2019-10-11T09:06:27.619" v="603" actId="14100"/>
          <ac:picMkLst>
            <pc:docMk/>
            <pc:sldMk cId="1854171033" sldId="264"/>
            <ac:picMk id="4" creationId="{A017D4C9-4E89-47D2-93FF-DDE9140DE84A}"/>
          </ac:picMkLst>
        </pc:picChg>
      </pc:sldChg>
      <pc:sldChg chg="addSp modSp add">
        <pc:chgData name="JEHAN GHAFURI" userId="f61f1482-9cfa-424d-9b94-ebc6f5cf8786" providerId="ADAL" clId="{259A7B1E-DA48-43CC-A5E9-31F55795E625}" dt="2019-10-11T09:06:58.702" v="642" actId="14100"/>
        <pc:sldMkLst>
          <pc:docMk/>
          <pc:sldMk cId="1614751562" sldId="265"/>
        </pc:sldMkLst>
        <pc:spChg chg="add mod">
          <ac:chgData name="JEHAN GHAFURI" userId="f61f1482-9cfa-424d-9b94-ebc6f5cf8786" providerId="ADAL" clId="{259A7B1E-DA48-43CC-A5E9-31F55795E625}" dt="2019-10-11T09:06:44.906" v="637" actId="20577"/>
          <ac:spMkLst>
            <pc:docMk/>
            <pc:sldMk cId="1614751562" sldId="265"/>
            <ac:spMk id="2" creationId="{97580331-1B32-488B-8C91-7C545E5F9426}"/>
          </ac:spMkLst>
        </pc:spChg>
        <pc:picChg chg="add mod">
          <ac:chgData name="JEHAN GHAFURI" userId="f61f1482-9cfa-424d-9b94-ebc6f5cf8786" providerId="ADAL" clId="{259A7B1E-DA48-43CC-A5E9-31F55795E625}" dt="2019-10-11T09:06:58.702" v="642" actId="14100"/>
          <ac:picMkLst>
            <pc:docMk/>
            <pc:sldMk cId="1614751562" sldId="265"/>
            <ac:picMk id="3" creationId="{8371E26E-8C7A-40DA-9669-F7E10B0B6DEC}"/>
          </ac:picMkLst>
        </pc:picChg>
      </pc:sldChg>
      <pc:sldChg chg="addSp modSp add">
        <pc:chgData name="JEHAN GHAFURI" userId="f61f1482-9cfa-424d-9b94-ebc6f5cf8786" providerId="ADAL" clId="{259A7B1E-DA48-43CC-A5E9-31F55795E625}" dt="2019-10-11T09:07:59.885" v="698" actId="14100"/>
        <pc:sldMkLst>
          <pc:docMk/>
          <pc:sldMk cId="1011779111" sldId="266"/>
        </pc:sldMkLst>
        <pc:spChg chg="add mod">
          <ac:chgData name="JEHAN GHAFURI" userId="f61f1482-9cfa-424d-9b94-ebc6f5cf8786" providerId="ADAL" clId="{259A7B1E-DA48-43CC-A5E9-31F55795E625}" dt="2019-10-11T09:07:51.886" v="696" actId="20577"/>
          <ac:spMkLst>
            <pc:docMk/>
            <pc:sldMk cId="1011779111" sldId="266"/>
            <ac:spMk id="2" creationId="{FBC05090-3BE0-4B6E-9807-DF39BA9AAC60}"/>
          </ac:spMkLst>
        </pc:spChg>
        <pc:picChg chg="add mod">
          <ac:chgData name="JEHAN GHAFURI" userId="f61f1482-9cfa-424d-9b94-ebc6f5cf8786" providerId="ADAL" clId="{259A7B1E-DA48-43CC-A5E9-31F55795E625}" dt="2019-10-11T09:07:59.885" v="698" actId="14100"/>
          <ac:picMkLst>
            <pc:docMk/>
            <pc:sldMk cId="1011779111" sldId="266"/>
            <ac:picMk id="3" creationId="{984B1152-97F5-4803-8451-2774B0680572}"/>
          </ac:picMkLst>
        </pc:picChg>
      </pc:sldChg>
      <pc:sldChg chg="addSp delSp modSp add ord">
        <pc:chgData name="JEHAN GHAFURI" userId="f61f1482-9cfa-424d-9b94-ebc6f5cf8786" providerId="ADAL" clId="{259A7B1E-DA48-43CC-A5E9-31F55795E625}" dt="2019-10-11T09:07:38.914" v="691" actId="14100"/>
        <pc:sldMkLst>
          <pc:docMk/>
          <pc:sldMk cId="3859184230" sldId="267"/>
        </pc:sldMkLst>
        <pc:spChg chg="add mod">
          <ac:chgData name="JEHAN GHAFURI" userId="f61f1482-9cfa-424d-9b94-ebc6f5cf8786" providerId="ADAL" clId="{259A7B1E-DA48-43CC-A5E9-31F55795E625}" dt="2019-10-11T09:07:27.248" v="687" actId="20577"/>
          <ac:spMkLst>
            <pc:docMk/>
            <pc:sldMk cId="3859184230" sldId="267"/>
            <ac:spMk id="2" creationId="{4E2C7976-A71A-4F29-BA0D-9EC8B9310176}"/>
          </ac:spMkLst>
        </pc:spChg>
        <pc:picChg chg="add del mod">
          <ac:chgData name="JEHAN GHAFURI" userId="f61f1482-9cfa-424d-9b94-ebc6f5cf8786" providerId="ADAL" clId="{259A7B1E-DA48-43CC-A5E9-31F55795E625}" dt="2019-10-11T08:40:48.046" v="341" actId="478"/>
          <ac:picMkLst>
            <pc:docMk/>
            <pc:sldMk cId="3859184230" sldId="267"/>
            <ac:picMk id="3" creationId="{95581520-DFD4-4FAF-8B7B-F5F21A35DB31}"/>
          </ac:picMkLst>
        </pc:picChg>
        <pc:picChg chg="add mod">
          <ac:chgData name="JEHAN GHAFURI" userId="f61f1482-9cfa-424d-9b94-ebc6f5cf8786" providerId="ADAL" clId="{259A7B1E-DA48-43CC-A5E9-31F55795E625}" dt="2019-10-11T09:07:38.914" v="691" actId="14100"/>
          <ac:picMkLst>
            <pc:docMk/>
            <pc:sldMk cId="3859184230" sldId="267"/>
            <ac:picMk id="4" creationId="{8DDB3BC3-FEED-4E7F-AC3A-72D458D3640A}"/>
          </ac:picMkLst>
        </pc:picChg>
      </pc:sldChg>
      <pc:sldChg chg="addSp modSp add">
        <pc:chgData name="JEHAN GHAFURI" userId="f61f1482-9cfa-424d-9b94-ebc6f5cf8786" providerId="ADAL" clId="{259A7B1E-DA48-43CC-A5E9-31F55795E625}" dt="2019-10-11T09:08:45.303" v="707" actId="14100"/>
        <pc:sldMkLst>
          <pc:docMk/>
          <pc:sldMk cId="3113502608" sldId="268"/>
        </pc:sldMkLst>
        <pc:spChg chg="add mod">
          <ac:chgData name="JEHAN GHAFURI" userId="f61f1482-9cfa-424d-9b94-ebc6f5cf8786" providerId="ADAL" clId="{259A7B1E-DA48-43CC-A5E9-31F55795E625}" dt="2019-10-11T09:08:34.949" v="704" actId="1076"/>
          <ac:spMkLst>
            <pc:docMk/>
            <pc:sldMk cId="3113502608" sldId="268"/>
            <ac:spMk id="2" creationId="{EA074972-B6CB-4C00-BB6A-E6CF3165A474}"/>
          </ac:spMkLst>
        </pc:spChg>
        <pc:picChg chg="add mod">
          <ac:chgData name="JEHAN GHAFURI" userId="f61f1482-9cfa-424d-9b94-ebc6f5cf8786" providerId="ADAL" clId="{259A7B1E-DA48-43CC-A5E9-31F55795E625}" dt="2019-10-11T09:08:45.303" v="707" actId="14100"/>
          <ac:picMkLst>
            <pc:docMk/>
            <pc:sldMk cId="3113502608" sldId="268"/>
            <ac:picMk id="3" creationId="{220B560B-6C77-4529-A388-E56BFEEAF361}"/>
          </ac:picMkLst>
        </pc:picChg>
      </pc:sldChg>
      <pc:sldChg chg="addSp modSp add">
        <pc:chgData name="JEHAN GHAFURI" userId="f61f1482-9cfa-424d-9b94-ebc6f5cf8786" providerId="ADAL" clId="{259A7B1E-DA48-43CC-A5E9-31F55795E625}" dt="2019-10-11T09:09:00.066" v="712" actId="14100"/>
        <pc:sldMkLst>
          <pc:docMk/>
          <pc:sldMk cId="3748736596" sldId="269"/>
        </pc:sldMkLst>
        <pc:spChg chg="add mod">
          <ac:chgData name="JEHAN GHAFURI" userId="f61f1482-9cfa-424d-9b94-ebc6f5cf8786" providerId="ADAL" clId="{259A7B1E-DA48-43CC-A5E9-31F55795E625}" dt="2019-10-11T09:08:56.190" v="711" actId="1076"/>
          <ac:spMkLst>
            <pc:docMk/>
            <pc:sldMk cId="3748736596" sldId="269"/>
            <ac:spMk id="2" creationId="{8151C21F-E5A0-44F4-9680-CDC8D882A1FD}"/>
          </ac:spMkLst>
        </pc:spChg>
        <pc:picChg chg="add mod">
          <ac:chgData name="JEHAN GHAFURI" userId="f61f1482-9cfa-424d-9b94-ebc6f5cf8786" providerId="ADAL" clId="{259A7B1E-DA48-43CC-A5E9-31F55795E625}" dt="2019-10-11T09:09:00.066" v="712" actId="14100"/>
          <ac:picMkLst>
            <pc:docMk/>
            <pc:sldMk cId="3748736596" sldId="269"/>
            <ac:picMk id="3" creationId="{70351B04-F24F-4EE9-937D-C765E41D9CAB}"/>
          </ac:picMkLst>
        </pc:picChg>
      </pc:sldChg>
      <pc:sldChg chg="addSp add del">
        <pc:chgData name="JEHAN GHAFURI" userId="f61f1482-9cfa-424d-9b94-ebc6f5cf8786" providerId="ADAL" clId="{259A7B1E-DA48-43CC-A5E9-31F55795E625}" dt="2019-10-11T09:09:05.951" v="713" actId="2696"/>
        <pc:sldMkLst>
          <pc:docMk/>
          <pc:sldMk cId="2480481943" sldId="270"/>
        </pc:sldMkLst>
        <pc:spChg chg="add">
          <ac:chgData name="JEHAN GHAFURI" userId="f61f1482-9cfa-424d-9b94-ebc6f5cf8786" providerId="ADAL" clId="{259A7B1E-DA48-43CC-A5E9-31F55795E625}" dt="2019-10-10T18:45:31.844" v="68"/>
          <ac:spMkLst>
            <pc:docMk/>
            <pc:sldMk cId="2480481943" sldId="270"/>
            <ac:spMk id="2" creationId="{E1EDD1CE-CB21-4E96-B88D-E624EDDE198C}"/>
          </ac:spMkLst>
        </pc:spChg>
      </pc:sldChg>
      <pc:sldChg chg="addSp modSp add">
        <pc:chgData name="JEHAN GHAFURI" userId="f61f1482-9cfa-424d-9b94-ebc6f5cf8786" providerId="ADAL" clId="{259A7B1E-DA48-43CC-A5E9-31F55795E625}" dt="2019-10-11T09:08:26.599" v="703" actId="14100"/>
        <pc:sldMkLst>
          <pc:docMk/>
          <pc:sldMk cId="1143929567" sldId="271"/>
        </pc:sldMkLst>
        <pc:spChg chg="add mod">
          <ac:chgData name="JEHAN GHAFURI" userId="f61f1482-9cfa-424d-9b94-ebc6f5cf8786" providerId="ADAL" clId="{259A7B1E-DA48-43CC-A5E9-31F55795E625}" dt="2019-10-11T09:08:10.210" v="699" actId="14100"/>
          <ac:spMkLst>
            <pc:docMk/>
            <pc:sldMk cId="1143929567" sldId="271"/>
            <ac:spMk id="3" creationId="{1DC3155B-B073-4DB8-AD3E-216E6ACCABB2}"/>
          </ac:spMkLst>
        </pc:spChg>
        <pc:picChg chg="add mod">
          <ac:chgData name="JEHAN GHAFURI" userId="f61f1482-9cfa-424d-9b94-ebc6f5cf8786" providerId="ADAL" clId="{259A7B1E-DA48-43CC-A5E9-31F55795E625}" dt="2019-10-11T09:08:26.599" v="703" actId="14100"/>
          <ac:picMkLst>
            <pc:docMk/>
            <pc:sldMk cId="1143929567" sldId="271"/>
            <ac:picMk id="2" creationId="{7B541FF6-DD43-474F-86D6-A98BE4F9EE3C}"/>
          </ac:picMkLst>
        </pc:picChg>
      </pc:sldChg>
      <pc:sldChg chg="add del">
        <pc:chgData name="JEHAN GHAFURI" userId="f61f1482-9cfa-424d-9b94-ebc6f5cf8786" providerId="ADAL" clId="{259A7B1E-DA48-43CC-A5E9-31F55795E625}" dt="2019-10-11T08:52:45.942" v="440" actId="2696"/>
        <pc:sldMkLst>
          <pc:docMk/>
          <pc:sldMk cId="3086215160" sldId="272"/>
        </pc:sldMkLst>
      </pc:sldChg>
      <pc:sldChg chg="addSp delSp modSp add">
        <pc:chgData name="JEHAN GHAFURI" userId="f61f1482-9cfa-424d-9b94-ebc6f5cf8786" providerId="ADAL" clId="{259A7B1E-DA48-43CC-A5E9-31F55795E625}" dt="2019-10-11T09:11:39.752" v="739"/>
        <pc:sldMkLst>
          <pc:docMk/>
          <pc:sldMk cId="781051600" sldId="273"/>
        </pc:sldMkLst>
        <pc:spChg chg="add mod">
          <ac:chgData name="JEHAN GHAFURI" userId="f61f1482-9cfa-424d-9b94-ebc6f5cf8786" providerId="ADAL" clId="{259A7B1E-DA48-43CC-A5E9-31F55795E625}" dt="2019-10-11T08:52:09.437" v="432" actId="1076"/>
          <ac:spMkLst>
            <pc:docMk/>
            <pc:sldMk cId="781051600" sldId="273"/>
            <ac:spMk id="2" creationId="{45ABD482-E7E4-4C72-A421-976A4C727596}"/>
          </ac:spMkLst>
        </pc:spChg>
        <pc:spChg chg="add mod">
          <ac:chgData name="JEHAN GHAFURI" userId="f61f1482-9cfa-424d-9b94-ebc6f5cf8786" providerId="ADAL" clId="{259A7B1E-DA48-43CC-A5E9-31F55795E625}" dt="2019-10-11T09:11:38.813" v="737" actId="1076"/>
          <ac:spMkLst>
            <pc:docMk/>
            <pc:sldMk cId="781051600" sldId="273"/>
            <ac:spMk id="5" creationId="{035D2089-392A-4DA2-98E6-3401C5E17CEA}"/>
          </ac:spMkLst>
        </pc:spChg>
        <pc:spChg chg="add mod">
          <ac:chgData name="JEHAN GHAFURI" userId="f61f1482-9cfa-424d-9b94-ebc6f5cf8786" providerId="ADAL" clId="{259A7B1E-DA48-43CC-A5E9-31F55795E625}" dt="2019-10-11T09:10:55.643" v="725" actId="1076"/>
          <ac:spMkLst>
            <pc:docMk/>
            <pc:sldMk cId="781051600" sldId="273"/>
            <ac:spMk id="6" creationId="{1A024D95-5F47-455C-8087-B9AD313DC310}"/>
          </ac:spMkLst>
        </pc:spChg>
        <pc:spChg chg="add del mod">
          <ac:chgData name="JEHAN GHAFURI" userId="f61f1482-9cfa-424d-9b94-ebc6f5cf8786" providerId="ADAL" clId="{259A7B1E-DA48-43CC-A5E9-31F55795E625}" dt="2019-10-11T09:11:39.752" v="739"/>
          <ac:spMkLst>
            <pc:docMk/>
            <pc:sldMk cId="781051600" sldId="273"/>
            <ac:spMk id="7" creationId="{E4C5CB34-8C31-4866-8313-82569BCD0CCA}"/>
          </ac:spMkLst>
        </pc:spChg>
        <pc:picChg chg="add mod">
          <ac:chgData name="JEHAN GHAFURI" userId="f61f1482-9cfa-424d-9b94-ebc6f5cf8786" providerId="ADAL" clId="{259A7B1E-DA48-43CC-A5E9-31F55795E625}" dt="2019-10-11T09:11:23.605" v="733" actId="1076"/>
          <ac:picMkLst>
            <pc:docMk/>
            <pc:sldMk cId="781051600" sldId="273"/>
            <ac:picMk id="4" creationId="{73A94525-AC88-4D85-8779-840D3D2E2AE3}"/>
          </ac:picMkLst>
        </pc:picChg>
      </pc:sldChg>
      <pc:sldChg chg="add del">
        <pc:chgData name="JEHAN GHAFURI" userId="f61f1482-9cfa-424d-9b94-ebc6f5cf8786" providerId="ADAL" clId="{259A7B1E-DA48-43CC-A5E9-31F55795E625}" dt="2019-10-11T08:56:29.157" v="448" actId="2696"/>
        <pc:sldMkLst>
          <pc:docMk/>
          <pc:sldMk cId="3391967692" sldId="274"/>
        </pc:sldMkLst>
      </pc:sldChg>
      <pc:sldChg chg="add del">
        <pc:chgData name="JEHAN GHAFURI" userId="f61f1482-9cfa-424d-9b94-ebc6f5cf8786" providerId="ADAL" clId="{259A7B1E-DA48-43CC-A5E9-31F55795E625}" dt="2019-10-11T08:56:29.503" v="449" actId="2696"/>
        <pc:sldMkLst>
          <pc:docMk/>
          <pc:sldMk cId="312890439" sldId="275"/>
        </pc:sldMkLst>
      </pc:sldChg>
      <pc:sldChg chg="delSp modSp add">
        <pc:chgData name="JEHAN GHAFURI" userId="f61f1482-9cfa-424d-9b94-ebc6f5cf8786" providerId="ADAL" clId="{259A7B1E-DA48-43CC-A5E9-31F55795E625}" dt="2019-10-11T08:58:01.514" v="477" actId="113"/>
        <pc:sldMkLst>
          <pc:docMk/>
          <pc:sldMk cId="1354890791" sldId="276"/>
        </pc:sldMkLst>
        <pc:spChg chg="del">
          <ac:chgData name="JEHAN GHAFURI" userId="f61f1482-9cfa-424d-9b94-ebc6f5cf8786" providerId="ADAL" clId="{259A7B1E-DA48-43CC-A5E9-31F55795E625}" dt="2019-10-11T08:56:41.896" v="452" actId="478"/>
          <ac:spMkLst>
            <pc:docMk/>
            <pc:sldMk cId="1354890791" sldId="276"/>
            <ac:spMk id="2" creationId="{C66A9B11-2E9A-4738-8675-254F2FED688A}"/>
          </ac:spMkLst>
        </pc:spChg>
        <pc:spChg chg="mod">
          <ac:chgData name="JEHAN GHAFURI" userId="f61f1482-9cfa-424d-9b94-ebc6f5cf8786" providerId="ADAL" clId="{259A7B1E-DA48-43CC-A5E9-31F55795E625}" dt="2019-10-11T08:58:01.514" v="477" actId="113"/>
          <ac:spMkLst>
            <pc:docMk/>
            <pc:sldMk cId="1354890791" sldId="276"/>
            <ac:spMk id="3" creationId="{26E30229-311B-4190-867B-3DEAA95EAE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DEA6-52E4-97C1-74B3-5FB0E53C2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4E179-7F7F-4F27-0554-DAD7334A9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A685F-2D9B-F70D-0ABE-373A5161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9326E-4B9A-4727-D395-4807EBF0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0678A-B02E-1B23-41FD-AF2E2DFE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75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8991-9AB8-639B-F75D-8E863AA7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690AF-4045-BA28-D7DC-3A7A6357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64A59-817B-F2D4-8400-9275D3C3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04E4A-B4F0-4506-E56B-FF806765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3A965-8E82-7233-4306-168EC1A7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64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1028-52FE-8BC7-EF1C-6905F8034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DB261-4351-E247-AB8A-E975F1755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151B4-6EAE-FF6D-0DB0-1342DA73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85DF5-B699-8C9B-C4F8-0831B2DC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8EA5F-366B-37BA-9DDB-11E4F7AC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41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49B67-4C26-24D3-8FFD-1BB9F8C3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C75DB-BD6D-289E-F502-0B7D190BF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308D9-BC5A-6BE7-B8B1-4846773F6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F482A-F098-C579-9DF8-146EAD7E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15D6A-C27C-CDB8-517E-B7D5CC08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D5D4D-66A5-CFEF-C62C-668DEFB7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19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62817-1BC8-0822-1657-DA1B7CBA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0D0D1-3356-40FF-676A-9B7BBB8E0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A0621-F9E6-8DDC-7F3E-89DB7DE44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E076C-11BE-8BAC-64EA-1467FADFD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A239A0-1F96-4AEF-CE7F-3B03F665B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52B86A-78DC-F4AF-8A98-EB10F676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E4B4F5-8B6D-001C-BD38-AB3471CB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C3C03-9E7D-2259-D2ED-1C737549F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8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9769A-A203-AB83-0130-30CA2173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1C9FD2-2670-9079-5D9C-F4326EB7E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1AE36-03BB-3DA2-501E-BC87ED090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6702F-7A45-8AC6-3A17-79A943B9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893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3E425-316C-28BC-1A12-7A9EB79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970036-2160-2206-A1CF-65F267B1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D99FB-ADBB-B3E7-BCA6-33B7B847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24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06E90-ECD6-6649-F5B8-93A7E432D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3200C-1E1F-1C77-C951-DD3195BDB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B8873-01ED-F865-7AD6-E54C643DC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B2D79-242A-0E05-C06E-A917B31CD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36662-D7AE-F1B4-771C-C948A400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40E82-7539-88B1-B05F-97797210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57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0A84A-EFA5-B689-E34C-C3D6A028B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21CD0-4865-6F68-B9E3-8C384B8E51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792A8-D429-265A-E6EF-183C86F56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38C9E-0C9F-7497-80E3-DB779FE5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5122D-5921-390B-9AA3-8CBF6835B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69E9B-7845-C5E7-B1FE-1FEB595F5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70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C8DCD-193B-5B0A-34CF-E8403FD9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E2783-6B42-BA6A-3766-71F5498B5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11202-8C55-B3D4-1EFC-760F397D9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5C4EF-2340-23ED-2138-CD82CF0D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303A1-CB78-4691-6442-42A88570A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95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D9E8A0-2DA5-DE43-3024-DEAEA2148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6AFE3-703A-A122-B17B-5F991C3C8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C65D0-62E1-36F2-C1D1-0C01B0037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C7838-03EB-D6CE-042A-8B1BF9B1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252C6-D06A-5484-E2AD-BB504A8A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8965A-3FF8-5D9D-9391-BBCAD8BC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026AB-AE67-C647-ADD5-A2BEA737E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5A78A-EFBA-1534-EF29-FE892AC74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970A3-BBEC-47A7-901E-F8C6F2D4F3FB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89FF0-C234-DF91-5F26-1782AE6AF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D745A-866D-8F1E-DE94-644F1BF95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87BEA-36A5-4DBA-88D2-0CABAD525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49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ml/datasets/Breast+Cancer+Wisconsin+(Diagnostic)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://www.ijabmr.org/viewimage.asp?img=IntJAppBasicMedRes_2013_3_1_22_112237_u7.jpg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0B6B-1DCB-475F-8BF0-40C9D80F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i="1" dirty="0"/>
              <a:t>Mapper</a:t>
            </a:r>
            <a:r>
              <a:rPr lang="en-GB" dirty="0"/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7F33-366A-49BD-AA74-F2A3D748C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698" y="1332187"/>
            <a:ext cx="10578763" cy="49386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104" b="1" dirty="0"/>
              <a:t>Mapper</a:t>
            </a:r>
            <a:r>
              <a:rPr lang="en-US" sz="3104" dirty="0"/>
              <a:t> is a tool used to summarize vital information about datasets in high-dimension by partial clustering and  </a:t>
            </a:r>
            <a:r>
              <a:rPr lang="en-US" sz="3104" dirty="0">
                <a:ea typeface="+mn-lt"/>
                <a:cs typeface="+mn-lt"/>
              </a:rPr>
              <a:t>visualize the</a:t>
            </a:r>
            <a:r>
              <a:rPr lang="en-US" sz="3104" dirty="0"/>
              <a:t> outcome in low dimension using MDS. </a:t>
            </a:r>
            <a:endParaRPr lang="en-US" dirty="0"/>
          </a:p>
          <a:p>
            <a:pPr marL="0" indent="0">
              <a:buNone/>
            </a:pPr>
            <a:endParaRPr lang="en-US" sz="3104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3104" dirty="0">
                <a:ea typeface="+mn-lt"/>
                <a:cs typeface="+mn-lt"/>
              </a:rPr>
              <a:t>It is a TDA data visualization tool that reflects similarity.</a:t>
            </a:r>
            <a:endParaRPr lang="en-US" dirty="0"/>
          </a:p>
          <a:p>
            <a:pPr marL="445777" indent="-445777">
              <a:buFont typeface="Wingdings" panose="05000000000000000000" pitchFamily="2" charset="2"/>
              <a:buChar char="Ø"/>
            </a:pPr>
            <a:r>
              <a:rPr lang="en-US" sz="3104" dirty="0"/>
              <a:t> Overall Aims:</a:t>
            </a:r>
            <a:endParaRPr lang="en-US" sz="3104" dirty="0">
              <a:cs typeface="Calibri"/>
            </a:endParaRPr>
          </a:p>
          <a:p>
            <a:pPr marL="966048" lvl="1" indent="-371678"/>
            <a:r>
              <a:rPr lang="en-US" sz="3104" dirty="0"/>
              <a:t>the qualitative analysis,</a:t>
            </a:r>
            <a:endParaRPr lang="en-US" sz="3104" dirty="0">
              <a:cs typeface="Calibri"/>
            </a:endParaRPr>
          </a:p>
          <a:p>
            <a:pPr marL="966048" lvl="1" indent="-371678"/>
            <a:r>
              <a:rPr lang="en-US" dirty="0"/>
              <a:t>Simplification</a:t>
            </a:r>
            <a:endParaRPr lang="en-US" dirty="0">
              <a:cs typeface="Calibri"/>
            </a:endParaRPr>
          </a:p>
          <a:p>
            <a:pPr marL="966048" lvl="1" indent="-371678"/>
            <a:r>
              <a:rPr lang="en-US" sz="3104" dirty="0"/>
              <a:t>visualization of high dimensional data sets</a:t>
            </a:r>
            <a:endParaRPr lang="en-US" sz="3104" dirty="0">
              <a:cs typeface="Calibri"/>
            </a:endParaRPr>
          </a:p>
          <a:p>
            <a:pPr marL="445777" indent="-445777"/>
            <a:endParaRPr lang="en-GB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A7F41-CEBA-446E-B830-9278D832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54E5-42C3-4032-8A43-A5B9F3F2CC32}" type="slidenum">
              <a:rPr lang="en-GB" altLang="zh-CN" smtClean="0"/>
              <a:pPr/>
              <a:t>1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87445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F1D80-65AC-4765-B731-4066868F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Mapper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3CB8E-7DF6-4B72-8896-1A14F2D594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979" b="1" u="sng" dirty="0"/>
              <a:t>Input:</a:t>
            </a:r>
          </a:p>
          <a:p>
            <a:pPr marL="445777" indent="-445777"/>
            <a:r>
              <a:rPr lang="en-US" sz="2979" dirty="0"/>
              <a:t>point cloud samples</a:t>
            </a:r>
            <a:endParaRPr lang="en-US" sz="2979" dirty="0">
              <a:cs typeface="Calibri"/>
            </a:endParaRPr>
          </a:p>
          <a:p>
            <a:pPr marL="445777" indent="-445777"/>
            <a:r>
              <a:rPr lang="en-US" sz="2979" dirty="0"/>
              <a:t>filter functions </a:t>
            </a:r>
            <a:endParaRPr lang="en-US" sz="2979" dirty="0">
              <a:cs typeface="Calibri"/>
            </a:endParaRPr>
          </a:p>
          <a:p>
            <a:pPr marL="445777" indent="-445777"/>
            <a:r>
              <a:rPr lang="en-US" sz="2979" dirty="0"/>
              <a:t>covering of a metric space</a:t>
            </a:r>
            <a:endParaRPr lang="en-US" sz="2979" dirty="0">
              <a:cs typeface="Calibri"/>
            </a:endParaRPr>
          </a:p>
          <a:p>
            <a:pPr marL="445777" indent="-445777"/>
            <a:r>
              <a:rPr lang="en-US" sz="2979" dirty="0"/>
              <a:t>clustering algorithm</a:t>
            </a:r>
            <a:endParaRPr lang="en-US" sz="2979" dirty="0">
              <a:cs typeface="Calibri"/>
            </a:endParaRPr>
          </a:p>
          <a:p>
            <a:pPr marL="445777" indent="-445777"/>
            <a:r>
              <a:rPr lang="en-US" sz="2979" dirty="0"/>
              <a:t>other parameters.</a:t>
            </a:r>
            <a:endParaRPr lang="en-US" sz="2979" dirty="0"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F8A12-815C-4557-BD71-CCE9C38AA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5472" y="1980543"/>
            <a:ext cx="5121989" cy="411578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979" b="1" u="sng" dirty="0"/>
              <a:t>Output:</a:t>
            </a:r>
          </a:p>
          <a:p>
            <a:pPr marL="0" indent="0">
              <a:buNone/>
              <a:defRPr/>
            </a:pPr>
            <a:r>
              <a:rPr lang="en-US" sz="2979" dirty="0"/>
              <a:t>Graph (or simplicial complex) which is thought to capture aspects of the topology of the point cloud that reflect level of similarity between data records.</a:t>
            </a:r>
            <a:endParaRPr lang="en-US" sz="2979" dirty="0"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BB264-3F62-4704-B87F-77062586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BFFCE-7654-41C4-A786-7A0DC02B683C}" type="slidenum">
              <a:rPr lang="en-GB" altLang="zh-CN" smtClean="0"/>
              <a:pPr/>
              <a:t>2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147590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AF3A-641E-5485-75F7-C0ED9F12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choice of </a:t>
            </a:r>
            <a:r>
              <a:rPr lang="en-GB" b="1" i="1" dirty="0"/>
              <a:t>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1DF27-60C6-660F-7429-ECBF2D8EE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Projections onto Coordinate Axes</a:t>
            </a:r>
          </a:p>
          <a:p>
            <a:r>
              <a:rPr lang="en-GB" dirty="0"/>
              <a:t>Distance from a Reference Point</a:t>
            </a:r>
          </a:p>
          <a:p>
            <a:r>
              <a:rPr lang="en-GB" dirty="0"/>
              <a:t>Principal Component Analysis (PCA)</a:t>
            </a:r>
          </a:p>
          <a:p>
            <a:r>
              <a:rPr lang="en-GB" dirty="0"/>
              <a:t>T-distributed Stochastic Neighbour Embedding (t-SNE) or UMAP</a:t>
            </a:r>
          </a:p>
          <a:p>
            <a:r>
              <a:rPr lang="en-GB" dirty="0"/>
              <a:t>Density Functions</a:t>
            </a:r>
          </a:p>
          <a:p>
            <a:r>
              <a:rPr lang="en-GB" dirty="0"/>
              <a:t>Geodesic Distance</a:t>
            </a:r>
          </a:p>
          <a:p>
            <a:r>
              <a:rPr lang="en-GB" dirty="0"/>
              <a:t>Height Function</a:t>
            </a:r>
          </a:p>
          <a:p>
            <a:r>
              <a:rPr lang="en-GB" dirty="0"/>
              <a:t>Eccentricity</a:t>
            </a:r>
          </a:p>
          <a:p>
            <a:r>
              <a:rPr lang="en-GB" dirty="0"/>
              <a:t>Eigenfunctions of the Laplacian</a:t>
            </a:r>
          </a:p>
          <a:p>
            <a:r>
              <a:rPr lang="en-GB" dirty="0"/>
              <a:t>Custom Functions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294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356F-4BC0-6789-B903-60016BD6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Choosing the Right Filter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A2464-FDAB-E303-BBCB-8E33DA691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Purpose of Analysis: </a:t>
            </a:r>
            <a:r>
              <a:rPr lang="en-GB" dirty="0"/>
              <a:t>The choice should align with what you want to discover in the data. For example, if you’re interested in </a:t>
            </a:r>
            <a:r>
              <a:rPr lang="en-GB" dirty="0">
                <a:solidFill>
                  <a:srgbClr val="C00000"/>
                </a:solidFill>
              </a:rPr>
              <a:t>clusters, a density-based filter might be appropriate.</a:t>
            </a:r>
          </a:p>
          <a:p>
            <a:r>
              <a:rPr lang="en-GB" b="1" dirty="0"/>
              <a:t>Dimensionality: </a:t>
            </a:r>
            <a:r>
              <a:rPr lang="en-GB" dirty="0"/>
              <a:t>If the </a:t>
            </a:r>
            <a:r>
              <a:rPr lang="en-GB" dirty="0">
                <a:solidFill>
                  <a:srgbClr val="C00000"/>
                </a:solidFill>
              </a:rPr>
              <a:t>data is very high-dimensional, PCA, t-SNE, or UMAP might be good starting points</a:t>
            </a:r>
            <a:r>
              <a:rPr lang="en-GB" dirty="0"/>
              <a:t>.</a:t>
            </a:r>
          </a:p>
          <a:p>
            <a:r>
              <a:rPr lang="en-GB" b="1" dirty="0"/>
              <a:t>Data Structure: </a:t>
            </a:r>
            <a:r>
              <a:rPr lang="en-GB" dirty="0"/>
              <a:t>Consider what the underlying structure of the data might be. If the </a:t>
            </a:r>
            <a:r>
              <a:rPr lang="en-GB" dirty="0">
                <a:solidFill>
                  <a:srgbClr val="C00000"/>
                </a:solidFill>
              </a:rPr>
              <a:t>data is expected to have a manifold structure, geodesic distances or eigenfunctions might be suitable.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032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9179-E6B2-3930-53A9-732A4055B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Cover </a:t>
            </a:r>
            <a:r>
              <a:rPr lang="en-GB" b="1" i="1" dirty="0"/>
              <a:t>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DD9D2-66FC-754D-BB8F-115A82C3A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Type of the cover (open or closed intervals)</a:t>
            </a:r>
          </a:p>
          <a:p>
            <a:r>
              <a:rPr lang="en-GB" dirty="0"/>
              <a:t>Number of intervals (resolution)</a:t>
            </a:r>
          </a:p>
          <a:p>
            <a:r>
              <a:rPr lang="en-GB" dirty="0"/>
              <a:t>Amount of overlap between intervals</a:t>
            </a:r>
          </a:p>
          <a:p>
            <a:r>
              <a:rPr lang="en-GB" dirty="0"/>
              <a:t>Shape and structure of intervals</a:t>
            </a:r>
          </a:p>
          <a:p>
            <a:r>
              <a:rPr lang="en-GB" dirty="0"/>
              <a:t>Dimension of the cover (depending on filter function)</a:t>
            </a:r>
          </a:p>
          <a:p>
            <a:r>
              <a:rPr lang="en-GB" dirty="0"/>
              <a:t>***Choice of Clustering Algorithm and Its Parameters</a:t>
            </a:r>
          </a:p>
        </p:txBody>
      </p:sp>
    </p:spTree>
    <p:extLst>
      <p:ext uri="{BB962C8B-B14F-4D97-AF65-F5344CB8AC3E}">
        <p14:creationId xmlns:p14="http://schemas.microsoft.com/office/powerpoint/2010/main" val="4031543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pper algorithm on hand shape data cloud: B) First we project the whole data cloud to parameter space. C) Then we partition the parameter space into overlapping bins (here showed as colored intervals). D) Then we find a cover of overlapping bins by computing inverse function of colored intervals . E) Next we use any clustering algorithm to cluster the points in the bins which each cluster would represent as a node of the graph and we draw and edge between two nodes if they share a common data point.">
            <a:extLst>
              <a:ext uri="{FF2B5EF4-FFF2-40B4-BE49-F238E27FC236}">
                <a16:creationId xmlns:a16="http://schemas.microsoft.com/office/drawing/2014/main" id="{936E9BEE-A2C8-232A-316C-A5A6C708D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200025"/>
            <a:ext cx="8677275" cy="619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99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F34E-3594-4D83-847C-FEA848C4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4BC65-052D-48D2-8AA1-6B3D6685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54E5-42C3-4032-8A43-A5B9F3F2CC32}" type="slidenum">
              <a:rPr lang="en-GB" altLang="zh-CN" smtClean="0"/>
              <a:pPr/>
              <a:t>7</a:t>
            </a:fld>
            <a:endParaRPr lang="en-GB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0C58B9-7C19-47FC-83D9-96521EE81C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t="60431" b="5154"/>
          <a:stretch/>
        </p:blipFill>
        <p:spPr>
          <a:xfrm>
            <a:off x="934453" y="445315"/>
            <a:ext cx="2392478" cy="1604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BC2F4D-4EB4-4560-813D-2DD1D0AF06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307" t="35056" r="17047" b="7344"/>
          <a:stretch/>
        </p:blipFill>
        <p:spPr>
          <a:xfrm>
            <a:off x="164" y="2225845"/>
            <a:ext cx="4591277" cy="3502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5751D9-BE16-4E50-B339-BEC5A46C3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337" y="1065264"/>
            <a:ext cx="6402010" cy="4566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CCE5F9-B056-4ABB-973C-92C1C8793E56}"/>
              </a:ext>
            </a:extLst>
          </p:cNvPr>
          <p:cNvSpPr txBox="1"/>
          <p:nvPr/>
        </p:nvSpPr>
        <p:spPr>
          <a:xfrm>
            <a:off x="164" y="6499957"/>
            <a:ext cx="3723697" cy="359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738" u="sng" dirty="0">
                <a:solidFill>
                  <a:schemeClr val="tx1">
                    <a:lumMod val="25000"/>
                  </a:schemeClr>
                </a:solidFill>
              </a:rPr>
              <a:t>danifold.net/mapper/index.html</a:t>
            </a:r>
            <a:endParaRPr lang="en-GB" sz="1738" u="sng" dirty="0">
              <a:solidFill>
                <a:schemeClr val="tx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0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FFA5F-0F3A-4295-BB66-6811020AE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AlexNet</a:t>
            </a:r>
            <a:r>
              <a:rPr lang="en-GB" dirty="0"/>
              <a:t> – 1</a:t>
            </a:r>
            <a:r>
              <a:rPr lang="en-GB" baseline="30000" dirty="0"/>
              <a:t>st</a:t>
            </a:r>
            <a:r>
              <a:rPr lang="en-GB" dirty="0"/>
              <a:t> CL (individual filters) </a:t>
            </a:r>
          </a:p>
        </p:txBody>
      </p:sp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A3D2307B-7080-4786-8D2A-BA8B7EFB8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940" y="1477171"/>
            <a:ext cx="6394573" cy="486056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753C8-4A39-47F6-A3B0-BCA755B6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54E5-42C3-4032-8A43-A5B9F3F2CC32}" type="slidenum">
              <a:rPr lang="en-GB" altLang="zh-CN" smtClean="0"/>
              <a:pPr/>
              <a:t>8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9295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5956C-9E09-4EFE-80A6-C045AAFE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655" dirty="0"/>
              <a:t>Mapper clustering of RGFs: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1B308-AA31-401C-8B25-CDBCDEE7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54E5-42C3-4032-8A43-A5B9F3F2CC32}" type="slidenum">
              <a:rPr lang="en-GB" altLang="zh-CN" smtClean="0"/>
              <a:pPr/>
              <a:t>9</a:t>
            </a:fld>
            <a:endParaRPr lang="en-GB" altLang="zh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DEDB5-B852-47ED-AC3A-F31215D9BE11}"/>
              </a:ext>
            </a:extLst>
          </p:cNvPr>
          <p:cNvSpPr txBox="1"/>
          <p:nvPr/>
        </p:nvSpPr>
        <p:spPr>
          <a:xfrm>
            <a:off x="832766" y="5515200"/>
            <a:ext cx="1787477" cy="397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986" b="1" dirty="0">
                <a:solidFill>
                  <a:schemeClr val="bg1">
                    <a:lumMod val="50000"/>
                  </a:schemeClr>
                </a:solidFill>
              </a:rPr>
              <a:t>Initialized RGFs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3A0EB9-07A4-44C3-8501-A11D50D126DD}"/>
              </a:ext>
            </a:extLst>
          </p:cNvPr>
          <p:cNvSpPr txBox="1"/>
          <p:nvPr/>
        </p:nvSpPr>
        <p:spPr>
          <a:xfrm>
            <a:off x="4982466" y="5515200"/>
            <a:ext cx="1958870" cy="397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986" b="1" dirty="0">
                <a:solidFill>
                  <a:schemeClr val="bg1">
                    <a:lumMod val="50000"/>
                  </a:schemeClr>
                </a:solidFill>
              </a:rPr>
              <a:t>Pretrained filters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E83EFF-6EC6-4FB3-A09F-EEF8926178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1825" y="2763887"/>
            <a:ext cx="3655477" cy="27513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E189B6-6E2E-4573-A91E-6DC56743D055}"/>
              </a:ext>
            </a:extLst>
          </p:cNvPr>
          <p:cNvSpPr txBox="1"/>
          <p:nvPr/>
        </p:nvSpPr>
        <p:spPr>
          <a:xfrm>
            <a:off x="8624613" y="5515199"/>
            <a:ext cx="2618666" cy="397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986" b="1" dirty="0">
                <a:solidFill>
                  <a:schemeClr val="bg1">
                    <a:lumMod val="50000"/>
                  </a:schemeClr>
                </a:solidFill>
              </a:rPr>
              <a:t>Transfer learning filters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0B0F14-450A-447C-B340-84617CDB562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40323" y="2763887"/>
            <a:ext cx="3655477" cy="2751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D5365D-D99B-4EA1-8F2B-A0C7F3C58E3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130842" y="2763887"/>
            <a:ext cx="3729333" cy="26643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633774-A953-4A14-AF5D-8687B7B263C7}"/>
                  </a:ext>
                </a:extLst>
              </p:cNvPr>
              <p:cNvSpPr txBox="1"/>
              <p:nvPr/>
            </p:nvSpPr>
            <p:spPr>
              <a:xfrm>
                <a:off x="665409" y="1396913"/>
                <a:ext cx="8072716" cy="1009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986" dirty="0">
                    <a:solidFill>
                      <a:schemeClr val="bg1">
                        <a:lumMod val="50000"/>
                      </a:schemeClr>
                    </a:solidFill>
                  </a:rPr>
                  <a:t>Lenses: Isolation Forest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986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986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1986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986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GB" sz="1986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norm</m:t>
                    </m:r>
                  </m:oMath>
                </a14:m>
                <a:endParaRPr lang="en-GB" sz="1986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r>
                  <a:rPr lang="en-GB" sz="1986" dirty="0">
                    <a:solidFill>
                      <a:schemeClr val="bg1">
                        <a:lumMod val="50000"/>
                      </a:schemeClr>
                    </a:solidFill>
                  </a:rPr>
                  <a:t>Clustering method: </a:t>
                </a:r>
                <a:r>
                  <a:rPr lang="en-GB" sz="1986" dirty="0" err="1">
                    <a:solidFill>
                      <a:schemeClr val="bg1">
                        <a:lumMod val="50000"/>
                      </a:schemeClr>
                    </a:solidFill>
                  </a:rPr>
                  <a:t>Kmeans</a:t>
                </a:r>
                <a:endParaRPr lang="en-GB" sz="1986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r>
                  <a:rPr lang="en-GB" sz="1986" dirty="0">
                    <a:solidFill>
                      <a:schemeClr val="bg1">
                        <a:lumMod val="50000"/>
                      </a:schemeClr>
                    </a:solidFill>
                  </a:rPr>
                  <a:t>Number of clusters: 2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633774-A953-4A14-AF5D-8687B7B26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09" y="1396913"/>
                <a:ext cx="8072716" cy="1009122"/>
              </a:xfrm>
              <a:prstGeom prst="rect">
                <a:avLst/>
              </a:prstGeom>
              <a:blipFill>
                <a:blip r:embed="rId5"/>
                <a:stretch>
                  <a:fillRect l="-786" t="-2469" b="-86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091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5956C-9E09-4EFE-80A6-C045AAFE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655" dirty="0"/>
              <a:t>Mapper clustering of RGFs: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1B308-AA31-401C-8B25-CDBCDEE7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54E5-42C3-4032-8A43-A5B9F3F2CC32}" type="slidenum">
              <a:rPr lang="en-GB" altLang="zh-CN" smtClean="0"/>
              <a:pPr/>
              <a:t>10</a:t>
            </a:fld>
            <a:endParaRPr lang="en-GB" altLang="zh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DEDB5-B852-47ED-AC3A-F31215D9BE11}"/>
              </a:ext>
            </a:extLst>
          </p:cNvPr>
          <p:cNvSpPr txBox="1"/>
          <p:nvPr/>
        </p:nvSpPr>
        <p:spPr>
          <a:xfrm>
            <a:off x="832766" y="5515200"/>
            <a:ext cx="1787477" cy="397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986" b="1" dirty="0">
                <a:solidFill>
                  <a:schemeClr val="bg1">
                    <a:lumMod val="50000"/>
                  </a:schemeClr>
                </a:solidFill>
              </a:rPr>
              <a:t>Initialized RGFs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3A0EB9-07A4-44C3-8501-A11D50D126DD}"/>
              </a:ext>
            </a:extLst>
          </p:cNvPr>
          <p:cNvSpPr txBox="1"/>
          <p:nvPr/>
        </p:nvSpPr>
        <p:spPr>
          <a:xfrm>
            <a:off x="4982466" y="5515200"/>
            <a:ext cx="1958870" cy="397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986" b="1" dirty="0">
                <a:solidFill>
                  <a:schemeClr val="bg1">
                    <a:lumMod val="50000"/>
                  </a:schemeClr>
                </a:solidFill>
              </a:rPr>
              <a:t>Pretrained filters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E189B6-6E2E-4573-A91E-6DC56743D055}"/>
              </a:ext>
            </a:extLst>
          </p:cNvPr>
          <p:cNvSpPr txBox="1"/>
          <p:nvPr/>
        </p:nvSpPr>
        <p:spPr>
          <a:xfrm>
            <a:off x="8624613" y="5515199"/>
            <a:ext cx="2618666" cy="397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986" b="1" dirty="0">
                <a:solidFill>
                  <a:schemeClr val="bg1">
                    <a:lumMod val="50000"/>
                  </a:schemeClr>
                </a:solidFill>
              </a:rPr>
              <a:t>Transfer learning filters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33774-A953-4A14-AF5D-8687B7B263C7}"/>
              </a:ext>
            </a:extLst>
          </p:cNvPr>
          <p:cNvSpPr txBox="1"/>
          <p:nvPr/>
        </p:nvSpPr>
        <p:spPr>
          <a:xfrm>
            <a:off x="665409" y="1396913"/>
            <a:ext cx="8072716" cy="1009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86" dirty="0">
                <a:solidFill>
                  <a:schemeClr val="bg1">
                    <a:lumMod val="50000"/>
                  </a:schemeClr>
                </a:solidFill>
              </a:rPr>
              <a:t>Lenses: PCA 1 and 2</a:t>
            </a:r>
          </a:p>
          <a:p>
            <a:r>
              <a:rPr lang="en-GB" sz="1986" dirty="0">
                <a:solidFill>
                  <a:schemeClr val="bg1">
                    <a:lumMod val="50000"/>
                  </a:schemeClr>
                </a:solidFill>
              </a:rPr>
              <a:t>Clustering method: </a:t>
            </a:r>
            <a:r>
              <a:rPr lang="en-GB" sz="1986" dirty="0" err="1">
                <a:solidFill>
                  <a:schemeClr val="bg1">
                    <a:lumMod val="50000"/>
                  </a:schemeClr>
                </a:solidFill>
              </a:rPr>
              <a:t>Kmeans</a:t>
            </a:r>
            <a:endParaRPr lang="en-GB" sz="1986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986" dirty="0">
                <a:solidFill>
                  <a:schemeClr val="bg1">
                    <a:lumMod val="50000"/>
                  </a:schemeClr>
                </a:solidFill>
              </a:rPr>
              <a:t>Number of clusters: 2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844FE3-A21E-44E8-A56A-BE97E01564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1825" y="2763886"/>
            <a:ext cx="3588860" cy="27513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4D12AB-9E32-41DD-BDF0-35DD3788DFC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05946" y="2763886"/>
            <a:ext cx="3866234" cy="27513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8BDFFE-817B-444E-BCD5-4D99B9BA345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209425" y="2763886"/>
            <a:ext cx="3729333" cy="266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06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BBE21-F8C7-4ED4-886D-0F1378D66A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Breast Cancer Wisconsin (Diagnostic) Data Set</a:t>
            </a:r>
            <a:br>
              <a:rPr lang="en-US"/>
            </a:br>
            <a:r>
              <a:rPr lang="en-US"/>
              <a:t>and Mapper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590B8-832A-415E-94DA-3E432B4CC42B}"/>
              </a:ext>
            </a:extLst>
          </p:cNvPr>
          <p:cNvSpPr txBox="1"/>
          <p:nvPr/>
        </p:nvSpPr>
        <p:spPr>
          <a:xfrm>
            <a:off x="2088859" y="6291743"/>
            <a:ext cx="7572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hlinkClick r:id="rId2"/>
              </a:rPr>
              <a:t>https://archive.ics.uci.edu/ml/datasets/Breast+Cancer+Wisconsin+(Diagnostic)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954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ABD482-E7E4-4C72-A421-976A4C727596}"/>
              </a:ext>
            </a:extLst>
          </p:cNvPr>
          <p:cNvSpPr txBox="1"/>
          <p:nvPr/>
        </p:nvSpPr>
        <p:spPr>
          <a:xfrm>
            <a:off x="1756612" y="6433935"/>
            <a:ext cx="9209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hlinkClick r:id="rId2"/>
              </a:rPr>
              <a:t>http://www.ijabmr.org/viewimage.asp?img=IntJAppBasicMedRes_2013_3_1_22_112237_u7.jpg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94525-AC88-4D85-8779-840D3D2E2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21" y="1044765"/>
            <a:ext cx="6766560" cy="4919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5D2089-392A-4DA2-98E6-3401C5E17CEA}"/>
              </a:ext>
            </a:extLst>
          </p:cNvPr>
          <p:cNvSpPr txBox="1"/>
          <p:nvPr/>
        </p:nvSpPr>
        <p:spPr>
          <a:xfrm>
            <a:off x="7962485" y="2350339"/>
            <a:ext cx="36059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Microphotograph of carcinoma breast showing pleomorphic nuclei and nuclear indentations (concave points) (Leishman stain, x400)</a:t>
            </a:r>
            <a:endParaRPr lang="en-GB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024D95-5F47-455C-8087-B9AD313DC310}"/>
              </a:ext>
            </a:extLst>
          </p:cNvPr>
          <p:cNvSpPr/>
          <p:nvPr/>
        </p:nvSpPr>
        <p:spPr>
          <a:xfrm>
            <a:off x="455523" y="352759"/>
            <a:ext cx="90237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/>
              <a:t>Digitized image of a fine needle aspiration (FNA) of a breast mass</a:t>
            </a: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781051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30229-311B-4190-867B-3DEAA95EA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180474"/>
            <a:ext cx="10968789" cy="65090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/>
              <a:t>Attribute Information:</a:t>
            </a:r>
          </a:p>
          <a:p>
            <a:pPr marL="0" indent="0">
              <a:buNone/>
            </a:pPr>
            <a:r>
              <a:rPr lang="en-US" sz="2400"/>
              <a:t>1) ID number</a:t>
            </a:r>
          </a:p>
          <a:p>
            <a:pPr marL="0" indent="0">
              <a:buNone/>
            </a:pPr>
            <a:r>
              <a:rPr lang="en-US" sz="2400"/>
              <a:t>2) Diagnosis (M = malignant, B = benign)</a:t>
            </a:r>
          </a:p>
          <a:p>
            <a:pPr marL="0" indent="0">
              <a:buNone/>
            </a:pPr>
            <a:r>
              <a:rPr lang="en-US" sz="2400" b="1"/>
              <a:t>Ten real-valued features are computed for each cell nucleus:</a:t>
            </a:r>
          </a:p>
          <a:p>
            <a:pPr marL="0" indent="0">
              <a:buNone/>
            </a:pPr>
            <a:r>
              <a:rPr lang="en-US" sz="2400"/>
              <a:t>a) radius (mean of distances from center to points on the perimeter)</a:t>
            </a:r>
          </a:p>
          <a:p>
            <a:pPr marL="0" indent="0">
              <a:buNone/>
            </a:pPr>
            <a:r>
              <a:rPr lang="en-US" sz="2400"/>
              <a:t>b) texture (standard deviation of gray-scale values)</a:t>
            </a:r>
          </a:p>
          <a:p>
            <a:pPr marL="0" indent="0">
              <a:buNone/>
            </a:pPr>
            <a:r>
              <a:rPr lang="en-US" sz="2400"/>
              <a:t>c) perimeter</a:t>
            </a:r>
          </a:p>
          <a:p>
            <a:pPr marL="0" indent="0">
              <a:buNone/>
            </a:pPr>
            <a:r>
              <a:rPr lang="en-US" sz="2400"/>
              <a:t>d) area</a:t>
            </a:r>
          </a:p>
          <a:p>
            <a:pPr marL="0" indent="0">
              <a:buNone/>
            </a:pPr>
            <a:r>
              <a:rPr lang="en-US" sz="2400"/>
              <a:t>e) smoothness (local variation in radius lengths)</a:t>
            </a:r>
          </a:p>
          <a:p>
            <a:pPr marL="0" indent="0">
              <a:buNone/>
            </a:pPr>
            <a:r>
              <a:rPr lang="en-US" sz="2400"/>
              <a:t>f) compactness (perimeter^2 / area - 1.0)</a:t>
            </a:r>
          </a:p>
          <a:p>
            <a:pPr marL="0" indent="0">
              <a:buNone/>
            </a:pPr>
            <a:r>
              <a:rPr lang="en-US" sz="2400"/>
              <a:t>g) concavity (severity of concave portions of the contour)</a:t>
            </a:r>
          </a:p>
          <a:p>
            <a:pPr marL="0" indent="0">
              <a:buNone/>
            </a:pPr>
            <a:r>
              <a:rPr lang="en-US" sz="2400"/>
              <a:t>h) concave points (number of concave portions of the contour)</a:t>
            </a:r>
          </a:p>
          <a:p>
            <a:pPr marL="0" indent="0">
              <a:buNone/>
            </a:pPr>
            <a:r>
              <a:rPr lang="en-US" sz="2400" err="1"/>
              <a:t>i</a:t>
            </a:r>
            <a:r>
              <a:rPr lang="en-US" sz="2400"/>
              <a:t>) symmetry</a:t>
            </a:r>
          </a:p>
          <a:p>
            <a:pPr marL="0" indent="0">
              <a:buNone/>
            </a:pPr>
            <a:r>
              <a:rPr lang="en-US" sz="2400"/>
              <a:t>j) fractal dimension ("coastline approximation" - 1)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354890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5A9A5-CA13-43B6-B4AE-0A4A85C53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16" y="336884"/>
            <a:ext cx="11911263" cy="6292516"/>
          </a:xfrm>
        </p:spPr>
        <p:txBody>
          <a:bodyPr numCol="3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400"/>
              <a:t>id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/>
              <a:t>diagnosis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radius_mean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texture_mean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perimeter_mean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area_mean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smoothness_mean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compactness_mean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concavity_mean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/>
              <a:t>concave </a:t>
            </a:r>
            <a:r>
              <a:rPr lang="en-GB" sz="2400" err="1"/>
              <a:t>points_mean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symmetry_mean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fractal_dimension_mean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radius_se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texture_se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perimeter_se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area_se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smoothness_se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compactness_se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concavity_se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/>
              <a:t>concave </a:t>
            </a:r>
            <a:r>
              <a:rPr lang="en-GB" sz="2400" err="1"/>
              <a:t>points_se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symmetry_se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fractal_dimension_se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radius_worst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texture_worst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perimeter_worst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area_worst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smoothness_worst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compactness_worst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concavity_worst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/>
              <a:t>concave </a:t>
            </a:r>
            <a:r>
              <a:rPr lang="en-GB" sz="2400" err="1"/>
              <a:t>points_worst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symmetry_worst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r>
              <a:rPr lang="en-GB" sz="2400" err="1"/>
              <a:t>fractal_dimension_worst</a:t>
            </a:r>
            <a:endParaRPr lang="en-GB" sz="2400"/>
          </a:p>
          <a:p>
            <a:pPr marL="514350" indent="-514350">
              <a:buFont typeface="+mj-lt"/>
              <a:buAutoNum type="arabicPeriod"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113458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8CC56A-47FF-485D-818E-D960591FC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629174"/>
            <a:ext cx="7988805" cy="5629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4CED02-2240-489B-83B0-22A1D2249009}"/>
              </a:ext>
            </a:extLst>
          </p:cNvPr>
          <p:cNvSpPr txBox="1"/>
          <p:nvPr/>
        </p:nvSpPr>
        <p:spPr>
          <a:xfrm>
            <a:off x="9553212" y="1054365"/>
            <a:ext cx="14447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All attributes.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786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7CB172-9EC3-4719-A78A-583CD688E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5" y="585132"/>
            <a:ext cx="7799250" cy="5687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F247A5-2E16-4DF2-873A-3B58D2C11298}"/>
              </a:ext>
            </a:extLst>
          </p:cNvPr>
          <p:cNvSpPr txBox="1"/>
          <p:nvPr/>
        </p:nvSpPr>
        <p:spPr>
          <a:xfrm>
            <a:off x="9108595" y="987253"/>
            <a:ext cx="17856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Top 1</a:t>
            </a:r>
          </a:p>
          <a:p>
            <a:r>
              <a:rPr lang="en-GB"/>
              <a:t>Attribute no. : 23</a:t>
            </a:r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074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5DAD9A-3393-4401-B3C1-6931ECEE4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578840"/>
            <a:ext cx="7451909" cy="57967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60B7AE-4F4D-4C97-B71D-708D5A32688E}"/>
              </a:ext>
            </a:extLst>
          </p:cNvPr>
          <p:cNvSpPr txBox="1"/>
          <p:nvPr/>
        </p:nvSpPr>
        <p:spPr>
          <a:xfrm>
            <a:off x="8331370" y="1180200"/>
            <a:ext cx="321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Top 5</a:t>
            </a:r>
          </a:p>
          <a:p>
            <a:r>
              <a:rPr lang="en-GB"/>
              <a:t>Attribute no. : 23, 26, 25, 30, 10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93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6B6C7E-5CFA-49A6-9973-29F5D4AC2845}"/>
              </a:ext>
            </a:extLst>
          </p:cNvPr>
          <p:cNvSpPr txBox="1"/>
          <p:nvPr/>
        </p:nvSpPr>
        <p:spPr>
          <a:xfrm>
            <a:off x="8363823" y="1071143"/>
            <a:ext cx="3543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Top 10</a:t>
            </a:r>
          </a:p>
          <a:p>
            <a:r>
              <a:rPr lang="en-GB"/>
              <a:t>Attribute no. :  23,26,25,30,10,6,3,5,9,16 </a:t>
            </a:r>
          </a:p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FDA714-380A-4869-B6CA-91A5D84B3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44" y="536895"/>
            <a:ext cx="7601233" cy="585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44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B10304-BF27-4683-A7BD-5D21E024984A}"/>
              </a:ext>
            </a:extLst>
          </p:cNvPr>
          <p:cNvSpPr txBox="1"/>
          <p:nvPr/>
        </p:nvSpPr>
        <p:spPr>
          <a:xfrm>
            <a:off x="8036653" y="1054365"/>
            <a:ext cx="29899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Top 15</a:t>
            </a:r>
          </a:p>
          <a:p>
            <a:r>
              <a:rPr lang="en-GB"/>
              <a:t> Attribute no. : 23,26,25,30,10,6,3,5,9,16,29,13,15,28,8</a:t>
            </a:r>
          </a:p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2E44A7-A71F-49E4-B9D7-D29369BE9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74" y="553673"/>
            <a:ext cx="7298422" cy="580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06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B67BF3-711B-47BB-BE2A-B62F44EC71E2}"/>
              </a:ext>
            </a:extLst>
          </p:cNvPr>
          <p:cNvSpPr txBox="1"/>
          <p:nvPr/>
        </p:nvSpPr>
        <p:spPr>
          <a:xfrm>
            <a:off x="8439325" y="1113088"/>
            <a:ext cx="3587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Top 20</a:t>
            </a:r>
          </a:p>
          <a:p>
            <a:r>
              <a:rPr lang="en-GB"/>
              <a:t>Attribute no. : 23,26,25,30,10,6,3,5,9,16,29,13,15,28,8,4,20,31,19,24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17D4C9-4E89-47D2-93FF-DDE9140DE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40" y="520117"/>
            <a:ext cx="7457813" cy="582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71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580331-1B32-488B-8C91-7C545E5F9426}"/>
              </a:ext>
            </a:extLst>
          </p:cNvPr>
          <p:cNvSpPr txBox="1"/>
          <p:nvPr/>
        </p:nvSpPr>
        <p:spPr>
          <a:xfrm>
            <a:off x="8237988" y="1054365"/>
            <a:ext cx="35516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Middle 20 </a:t>
            </a:r>
          </a:p>
          <a:p>
            <a:r>
              <a:rPr lang="en-GB"/>
              <a:t>Attribute no. : 6,3,5,9,16,29,13,15,28,8,4,20,31,19,24,27,32,18,21,7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71E26E-8C7A-40DA-9669-F7E10B0B6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62" y="453005"/>
            <a:ext cx="7273255" cy="593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51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C7976-A71A-4F29-BA0D-9EC8B9310176}"/>
              </a:ext>
            </a:extLst>
          </p:cNvPr>
          <p:cNvSpPr txBox="1"/>
          <p:nvPr/>
        </p:nvSpPr>
        <p:spPr>
          <a:xfrm>
            <a:off x="8514826" y="1054365"/>
            <a:ext cx="3451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Bottom 20</a:t>
            </a:r>
          </a:p>
          <a:p>
            <a:r>
              <a:rPr lang="en-GB"/>
              <a:t>Attribute no. : 29,13,15,28,8,4,20,31,19,24,27,32,18,21,7,11,22,17,14,12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DB3BC3-FEED-4E7F-AC3A-72D458D36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7" y="536895"/>
            <a:ext cx="7147420" cy="585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84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C05090-3BE0-4B6E-9807-DF39BA9AAC60}"/>
              </a:ext>
            </a:extLst>
          </p:cNvPr>
          <p:cNvSpPr txBox="1"/>
          <p:nvPr/>
        </p:nvSpPr>
        <p:spPr>
          <a:xfrm>
            <a:off x="8355434" y="1054365"/>
            <a:ext cx="3144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Bottom 15</a:t>
            </a:r>
          </a:p>
          <a:p>
            <a:r>
              <a:rPr lang="en-GB"/>
              <a:t>Attribute no. : 4,20,31,19,24,27,32,18,21,7,11,22,17,14,12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4B1152-97F5-4803-8451-2774B0680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98" y="429512"/>
            <a:ext cx="7211095" cy="592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79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541FF6-DD43-474F-86D6-A98BE4F9E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88" y="436228"/>
            <a:ext cx="7197373" cy="59729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C3155B-B073-4DB8-AD3E-216E6ACCABB2}"/>
              </a:ext>
            </a:extLst>
          </p:cNvPr>
          <p:cNvSpPr txBox="1"/>
          <p:nvPr/>
        </p:nvSpPr>
        <p:spPr>
          <a:xfrm>
            <a:off x="8422546" y="1054365"/>
            <a:ext cx="3240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Bottom 10</a:t>
            </a:r>
          </a:p>
          <a:p>
            <a:r>
              <a:rPr lang="en-GB"/>
              <a:t>Attribute no. : 4,20,31,19,24,27,32,18,21,7</a:t>
            </a:r>
          </a:p>
        </p:txBody>
      </p:sp>
    </p:spTree>
    <p:extLst>
      <p:ext uri="{BB962C8B-B14F-4D97-AF65-F5344CB8AC3E}">
        <p14:creationId xmlns:p14="http://schemas.microsoft.com/office/powerpoint/2010/main" val="1143929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074972-B6CB-4C00-BB6A-E6CF3165A474}"/>
              </a:ext>
            </a:extLst>
          </p:cNvPr>
          <p:cNvSpPr txBox="1"/>
          <p:nvPr/>
        </p:nvSpPr>
        <p:spPr>
          <a:xfrm>
            <a:off x="8622034" y="1138255"/>
            <a:ext cx="2952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Bottom 5 </a:t>
            </a:r>
          </a:p>
          <a:p>
            <a:r>
              <a:rPr lang="en-GB"/>
              <a:t>Attribute no. : 11,22,17,14,12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0B560B-6C77-4529-A388-E56BFEEA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58" y="453006"/>
            <a:ext cx="6986244" cy="608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02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51C21F-E5A0-44F4-9680-CDC8D882A1FD}"/>
              </a:ext>
            </a:extLst>
          </p:cNvPr>
          <p:cNvSpPr txBox="1"/>
          <p:nvPr/>
        </p:nvSpPr>
        <p:spPr>
          <a:xfrm>
            <a:off x="9712602" y="1004031"/>
            <a:ext cx="17856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Bottom 1</a:t>
            </a:r>
          </a:p>
          <a:p>
            <a:r>
              <a:rPr lang="en-GB"/>
              <a:t>Attribute no. : 12</a:t>
            </a:r>
          </a:p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351B04-F24F-4EE9-937D-C765E41D9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73" y="419450"/>
            <a:ext cx="6912529" cy="596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3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b5b0f2-7849-4adc-91de-711f0b0d951b">
      <Terms xmlns="http://schemas.microsoft.com/office/infopath/2007/PartnerControls"/>
    </lcf76f155ced4ddcb4097134ff3c332f>
    <TaxCatchAll xmlns="1e787eea-d5c5-417e-a100-9536d63ebce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553E35484473459409F19AE0F4AA71" ma:contentTypeVersion="10" ma:contentTypeDescription="Create a new document." ma:contentTypeScope="" ma:versionID="25d3e8de7149802da2f85f45314461de">
  <xsd:schema xmlns:xsd="http://www.w3.org/2001/XMLSchema" xmlns:xs="http://www.w3.org/2001/XMLSchema" xmlns:p="http://schemas.microsoft.com/office/2006/metadata/properties" xmlns:ns2="57b5b0f2-7849-4adc-91de-711f0b0d951b" xmlns:ns3="1e787eea-d5c5-417e-a100-9536d63ebcea" targetNamespace="http://schemas.microsoft.com/office/2006/metadata/properties" ma:root="true" ma:fieldsID="a099ab4c219acbfbced44d11a870e7d3" ns2:_="" ns3:_="">
    <xsd:import namespace="57b5b0f2-7849-4adc-91de-711f0b0d951b"/>
    <xsd:import namespace="1e787eea-d5c5-417e-a100-9536d63ebc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b5b0f2-7849-4adc-91de-711f0b0d95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50e7f1c-cfa4-4c3e-97ce-782e311fb4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787eea-d5c5-417e-a100-9536d63ebcea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9768f341-0502-4ac6-be82-88c9c9fe88d3}" ma:internalName="TaxCatchAll" ma:showField="CatchAllData" ma:web="1e787eea-d5c5-417e-a100-9536d63ebc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8CB95D-4975-4063-99FD-E483FB2AE4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1D4170-3431-487F-8AC7-ABF08E60A254}">
  <ds:schemaRefs>
    <ds:schemaRef ds:uri="2d37f5bd-fe03-4844-98cb-7ed04af34547"/>
    <ds:schemaRef ds:uri="816eb650-27e6-4125-a316-b49eb1690c1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4D30ADA-EAE3-4E95-B554-D3EC8DAF5D2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764</Words>
  <Application>Microsoft Macintosh PowerPoint</Application>
  <PresentationFormat>Widescreen</PresentationFormat>
  <Paragraphs>136</Paragraphs>
  <Slides>26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The Mapper algorithm</vt:lpstr>
      <vt:lpstr>Mapper algorithm</vt:lpstr>
      <vt:lpstr>The choice of f</vt:lpstr>
      <vt:lpstr>Choosing the Right Filter Function</vt:lpstr>
      <vt:lpstr>Cover U</vt:lpstr>
      <vt:lpstr>PowerPoint Presentation</vt:lpstr>
      <vt:lpstr>Example:</vt:lpstr>
      <vt:lpstr>AlexNet – 1st CL (individual filters) </vt:lpstr>
      <vt:lpstr>Mapper clustering of RGFs:</vt:lpstr>
      <vt:lpstr>Mapper clustering of RGFs:</vt:lpstr>
      <vt:lpstr>Breast Cancer Wisconsin (Diagnostic) Data Set and Mapper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Wisconsin (Diagnostic) Data Set</dc:title>
  <dc:creator>JEHAN GHAFURI</dc:creator>
  <cp:lastModifiedBy>Jehan Ghafuri</cp:lastModifiedBy>
  <cp:revision>5</cp:revision>
  <dcterms:created xsi:type="dcterms:W3CDTF">2019-10-10T18:36:30Z</dcterms:created>
  <dcterms:modified xsi:type="dcterms:W3CDTF">2024-09-04T13:57:34Z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0x010100F2553E35484473459409F19AE0F4AA71</vt:lpwstr>
  </property>
</Properties>
</file>